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98D02-CA21-4CEB-8810-9127417F8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0"/>
            <a:ext cx="8825658" cy="3329581"/>
          </a:xfrm>
        </p:spPr>
        <p:txBody>
          <a:bodyPr/>
          <a:lstStyle/>
          <a:p>
            <a:pPr algn="ctr"/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Комплексный анализ безопасности пиратского программного обеспечения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5AFD9E-8319-4BB3-B195-3C177AF5F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352" y="4475376"/>
            <a:ext cx="8825658" cy="86142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48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2CF19-5291-4659-AF05-64272F82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12470-B2F0-48F3-A92C-CF04CD005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0530"/>
            <a:ext cx="8946541" cy="4195481"/>
          </a:xfrm>
        </p:spPr>
        <p:txBody>
          <a:bodyPr/>
          <a:lstStyle/>
          <a:p>
            <a:r>
              <a:rPr lang="ru-RU" dirty="0"/>
              <a:t>Уход крупных вендоров ПО с российского рынка.</a:t>
            </a:r>
          </a:p>
          <a:p>
            <a:r>
              <a:rPr lang="ru-RU" dirty="0"/>
              <a:t>Рост цен на официальные лицензии и подписки.</a:t>
            </a:r>
          </a:p>
          <a:p>
            <a:r>
              <a:rPr lang="ru-RU" dirty="0"/>
              <a:t>Усложнение методов взлома и маскировки вредоносного кода.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2B266F-6F95-4EC8-AACC-BF06F2A94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49" y="3674808"/>
            <a:ext cx="4866076" cy="29189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F2CE1C-E1D9-4049-938F-0C3D91FAF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74" y="3674808"/>
            <a:ext cx="4866076" cy="291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8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74AF5-DE78-4CEF-AEC2-30B307B0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ru-RU" sz="3000" dirty="0">
                <a:latin typeface="Calibri" panose="020F0502020204030204" pitchFamily="34" charset="0"/>
                <a:cs typeface="Calibri" panose="020F0502020204030204" pitchFamily="34" charset="0"/>
              </a:rPr>
              <a:t>Цели и </a:t>
            </a:r>
            <a:r>
              <a:rPr lang="ru-RU" sz="3000" dirty="0">
                <a:cs typeface="Calibri" panose="020F0502020204030204" pitchFamily="34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F7A55-6C06-4EDE-8D0E-6BF3CD7FF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0265"/>
            <a:ext cx="4764947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Цель работы - провести комплексный анализ безопасности пиратского программного обеспечения и механизмы его защиты, оценить угрозы, определить слабые места.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D18FB-F7A8-423E-BD91-C7845BA1620F}"/>
              </a:ext>
            </a:extLst>
          </p:cNvPr>
          <p:cNvSpPr txBox="1"/>
          <p:nvPr/>
        </p:nvSpPr>
        <p:spPr>
          <a:xfrm>
            <a:off x="2021747" y="28942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38728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57</Words>
  <Application>Microsoft Office PowerPoint</Application>
  <PresentationFormat>Широкоэкранный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Ион</vt:lpstr>
      <vt:lpstr>Комплексный анализ безопасности пиратского программного обеспечения</vt:lpstr>
      <vt:lpstr>Актуальность темы</vt:lpstr>
      <vt:lpstr>Цели и задачи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Комплексный анализ безопасности пиратского программного обеспечения</dc:title>
  <dc:creator>Харченко Максим Александрови</dc:creator>
  <cp:lastModifiedBy>Харченко Максим Александрови</cp:lastModifiedBy>
  <cp:revision>3</cp:revision>
  <dcterms:created xsi:type="dcterms:W3CDTF">2026-06-09T11:58:23Z</dcterms:created>
  <dcterms:modified xsi:type="dcterms:W3CDTF">2026-06-09T12:36:48Z</dcterms:modified>
</cp:coreProperties>
</file>